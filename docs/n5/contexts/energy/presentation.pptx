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Sustainability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Engineering Contexts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&amp; Sustainability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