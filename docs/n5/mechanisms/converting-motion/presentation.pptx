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Motion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Mechanisms &amp; Structures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Motion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