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Structures &amp; Forces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5 | Mechanisms &amp; Structures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5 | SQA Engineering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topic, you will be able to: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1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task or activity here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Structures &amp; Forces</dc:title>
  <dc:subject>PptxGenJS Presentation</dc:subject>
  <dc:creator>PptxGenJS</dc:creator>
  <cp:lastModifiedBy>PptxGenJS</cp:lastModifiedBy>
  <cp:revision>1</cp:revision>
  <dcterms:created xsi:type="dcterms:W3CDTF">2026-04-24T08:20:36Z</dcterms:created>
  <dcterms:modified xsi:type="dcterms:W3CDTF">2026-04-24T08:20:36Z</dcterms:modified>
</cp:coreProperties>
</file>